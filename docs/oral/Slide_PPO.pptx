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[1:00]
À l'écran : ce que voit Mario, l'acteur, le critique, et les 3 étapes.
On dit :
- PPO utilise deux petits réseaux de neurones qui se partagent le travail.
- Les deux reçoivent la même chose : 62 nombres qui décrivent la situation de Mario.
- L'acteur joue : il donne une probabilité pour chaque bouton, et on tire le bouton au sort selon ces probabilités.
- Le critique ne joue jamais : il juge la situation. Il dit combien de points on peut espérer à partir d'ici.
- Pour apprendre, on compare le résultat réel avec ce que le critique prévoyait.
- Si c'est mieux que prévu, l'acteur augmente la probabilité de ce bouton. Si c'est moins bien, il la diminue.
- Exemple : Mario est devant un trou, le critique espère 20 points. L'acteur saute et finit à 60 points. C'était une bonne idée, donc il refera ce saut.
- Le mot « proximal » veut dire que chaque correction est petite, pour ne pas tout casser d'un coup.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99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AA703"/>
          </a:solidFill>
          <a:ln/>
        </p:spPr>
      </p:sp>
      <p:sp>
        <p:nvSpPr>
          <p:cNvPr id="3" name="monde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703"/>
                </a:solidFill>
                <a:latin typeface="Arcade Gamer" pitchFamily="34" charset="0"/>
                <a:ea typeface="Arcade Gamer" pitchFamily="34" charset="-122"/>
                <a:cs typeface="Arcade Gamer" pitchFamily="34" charset="-120"/>
              </a:rPr>
              <a:t>WORLD 1-3  -  LE VRAI JEU NES</a:t>
            </a:r>
            <a:endParaRPr lang="en-US" sz="1100" dirty="0"/>
          </a:p>
        </p:txBody>
      </p:sp>
      <p:sp>
        <p:nvSpPr>
          <p:cNvPr id="4" name="titre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PPO : un acteur et un critique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1277295" y="635508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carte"/>
          <p:cNvSpPr/>
          <p:nvPr/>
        </p:nvSpPr>
        <p:spPr>
          <a:xfrm>
            <a:off x="548640" y="1645920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F44">
                <a:alpha val="22000"/>
              </a:srgbClr>
            </a:outerShdw>
          </a:effectLst>
        </p:spPr>
      </p:sp>
      <p:sp>
        <p:nvSpPr>
          <p:cNvPr id="7" name="etiquette"/>
          <p:cNvSpPr txBox="1"/>
          <p:nvPr/>
        </p:nvSpPr>
        <p:spPr>
          <a:xfrm>
            <a:off x="82296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 QUE VOIT MARIO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3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 nombres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 position, ses vitesses, les ennemis proches, le relief devant lui</a:t>
            </a:r>
            <a:endParaRPr lang="en-US" sz="1500" dirty="0"/>
          </a:p>
        </p:txBody>
      </p:sp>
      <p:sp>
        <p:nvSpPr>
          <p:cNvPr id="10" name="carte"/>
          <p:cNvSpPr/>
          <p:nvPr/>
        </p:nvSpPr>
        <p:spPr>
          <a:xfrm>
            <a:off x="3931920" y="1645920"/>
            <a:ext cx="77083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F44">
                <a:alpha val="22000"/>
              </a:srgbClr>
            </a:outerShdw>
          </a:effectLst>
        </p:spPr>
      </p:sp>
      <p:sp>
        <p:nvSpPr>
          <p:cNvPr id="11" name="etiquette"/>
          <p:cNvSpPr txBox="1"/>
          <p:nvPr/>
        </p:nvSpPr>
        <p:spPr>
          <a:xfrm>
            <a:off x="4206240" y="18470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23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L'ACTEUR · IL JOUE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148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Choisit le bouton, en tirant au sort selon des probabilités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17830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98280" y="1865376"/>
            <a:ext cx="1097280" cy="164592"/>
          </a:xfrm>
          <a:prstGeom prst="rect">
            <a:avLst/>
          </a:prstGeom>
          <a:solidFill>
            <a:srgbClr val="C233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305288" y="1783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60 %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1122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Saut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98280" y="2194560"/>
            <a:ext cx="640080" cy="164592"/>
          </a:xfrm>
          <a:prstGeom prst="rect">
            <a:avLst/>
          </a:prstGeom>
          <a:solidFill>
            <a:srgbClr val="E7A6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48088" y="21122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35 %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4414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98280" y="2523744"/>
            <a:ext cx="91440" cy="164592"/>
          </a:xfrm>
          <a:prstGeom prst="rect">
            <a:avLst/>
          </a:prstGeom>
          <a:solidFill>
            <a:srgbClr val="E7A6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9448" y="2441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5 %</a:t>
            </a:r>
            <a:endParaRPr lang="en-US" sz="1300" dirty="0"/>
          </a:p>
        </p:txBody>
      </p:sp>
      <p:sp>
        <p:nvSpPr>
          <p:cNvPr id="22" name="carte"/>
          <p:cNvSpPr/>
          <p:nvPr/>
        </p:nvSpPr>
        <p:spPr>
          <a:xfrm>
            <a:off x="3931920" y="3063240"/>
            <a:ext cx="770839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F44">
                <a:alpha val="22000"/>
              </a:srgbClr>
            </a:outerShdw>
          </a:effectLst>
        </p:spPr>
      </p:sp>
      <p:sp>
        <p:nvSpPr>
          <p:cNvPr id="23" name="etiquette"/>
          <p:cNvSpPr txBox="1"/>
          <p:nvPr/>
        </p:nvSpPr>
        <p:spPr>
          <a:xfrm>
            <a:off x="4206240" y="3264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F6F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 CRITIQUE · IL JUGE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5661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Juge la situation : combien de points j'espère à partir d'ici ?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E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≈ 20 points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3931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(exemple : Mario devant un trou)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flipV="1">
            <a:off x="3337560" y="2286000"/>
            <a:ext cx="548640" cy="82296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37560" y="3017520"/>
            <a:ext cx="548640" cy="6858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carte"/>
          <p:cNvSpPr/>
          <p:nvPr/>
        </p:nvSpPr>
        <p:spPr>
          <a:xfrm>
            <a:off x="548640" y="452628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B1F44">
                <a:alpha val="22000"/>
              </a:srgbClr>
            </a:outerShdw>
          </a:effectLst>
        </p:spPr>
      </p:sp>
      <p:sp>
        <p:nvSpPr>
          <p:cNvPr id="30" name="etiquette"/>
          <p:cNvSpPr txBox="1"/>
          <p:nvPr/>
        </p:nvSpPr>
        <p:spPr>
          <a:xfrm>
            <a:off x="822960" y="4727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4A50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COMMENT ILS APPRENNENT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074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3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400" dirty="0"/>
          </a:p>
        </p:txBody>
      </p:sp>
      <p:sp>
        <p:nvSpPr>
          <p:cNvPr id="32" name="Text 30"/>
          <p:cNvSpPr txBox="1"/>
          <p:nvPr/>
        </p:nvSpPr>
        <p:spPr>
          <a:xfrm>
            <a:off x="1325880" y="5074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L'acteur appuie sur un bouton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480560" y="5074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3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5074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compare : points réels contre points prévus par le critique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5074920"/>
            <a:ext cx="457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3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400" dirty="0"/>
          </a:p>
        </p:txBody>
      </p:sp>
      <p:sp>
        <p:nvSpPr>
          <p:cNvPr id="36" name="Text 34"/>
          <p:cNvSpPr txBox="1"/>
          <p:nvPr/>
        </p:nvSpPr>
        <p:spPr>
          <a:xfrm>
            <a:off x="8641080" y="5074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83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Mieux que prévu : on augmente la probabilité de ce bouton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cade Gam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HPDA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Reinforcement Learning in Super Mario Bros - oral final</dc:title>
  <dc:subject>Veille scientifique : Ponnock et Ho (2026)</dc:subject>
  <dc:creator>Chris, Ewen, Chloé</dc:creator>
  <cp:lastModifiedBy>Chris, Ewen, Chloé</cp:lastModifiedBy>
  <cp:revision>1</cp:revision>
  <dcterms:created xsi:type="dcterms:W3CDTF">2026-10-14T15:23:29Z</dcterms:created>
  <dcterms:modified xsi:type="dcterms:W3CDTF">2026-10-14T15:23:29Z</dcterms:modified>
</cp:coreProperties>
</file>